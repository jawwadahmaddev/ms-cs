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5E564-5B75-4240-8B4B-0EA90FA49E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18F3B-C798-43EE-8AD1-1D0D8B522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54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118F3B-C798-43EE-8AD1-1D0D8B52235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8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17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4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7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5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07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4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0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32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32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22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8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C7446-5422-45CA-9A64-B46DB325468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345E5-9A2B-4E6D-89D3-70CC706A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2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Deep Learning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r>
              <a:rPr lang="en-US" sz="4000" dirty="0" smtClean="0"/>
              <a:t> Data Preprocessing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4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Preprocessing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41946"/>
            <a:ext cx="10515600" cy="5254388"/>
          </a:xfrm>
        </p:spPr>
      </p:pic>
    </p:spTree>
    <p:extLst>
      <p:ext uri="{BB962C8B-B14F-4D97-AF65-F5344CB8AC3E}">
        <p14:creationId xmlns:p14="http://schemas.microsoft.com/office/powerpoint/2010/main" val="174764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2448"/>
            <a:ext cx="12192000" cy="4804011"/>
          </a:xfrm>
        </p:spPr>
      </p:pic>
    </p:spTree>
    <p:extLst>
      <p:ext uri="{BB962C8B-B14F-4D97-AF65-F5344CB8AC3E}">
        <p14:creationId xmlns:p14="http://schemas.microsoft.com/office/powerpoint/2010/main" val="191827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libraries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2" y="2591594"/>
            <a:ext cx="11887199" cy="2819400"/>
          </a:xfrm>
        </p:spPr>
      </p:pic>
    </p:spTree>
    <p:extLst>
      <p:ext uri="{BB962C8B-B14F-4D97-AF65-F5344CB8AC3E}">
        <p14:creationId xmlns:p14="http://schemas.microsoft.com/office/powerpoint/2010/main" val="25065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Dependent &amp; Independent Variables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52" y="1886743"/>
            <a:ext cx="11891748" cy="4800659"/>
          </a:xfrm>
        </p:spPr>
      </p:pic>
    </p:spTree>
    <p:extLst>
      <p:ext uri="{BB962C8B-B14F-4D97-AF65-F5344CB8AC3E}">
        <p14:creationId xmlns:p14="http://schemas.microsoft.com/office/powerpoint/2010/main" val="63298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Loading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924" y="1825625"/>
            <a:ext cx="6924152" cy="4351338"/>
          </a:xfrm>
        </p:spPr>
      </p:pic>
    </p:spTree>
    <p:extLst>
      <p:ext uri="{BB962C8B-B14F-4D97-AF65-F5344CB8AC3E}">
        <p14:creationId xmlns:p14="http://schemas.microsoft.com/office/powerpoint/2010/main" val="202990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009" y="1825625"/>
            <a:ext cx="8451981" cy="4351338"/>
          </a:xfrm>
        </p:spPr>
      </p:pic>
    </p:spTree>
    <p:extLst>
      <p:ext uri="{BB962C8B-B14F-4D97-AF65-F5344CB8AC3E}">
        <p14:creationId xmlns:p14="http://schemas.microsoft.com/office/powerpoint/2010/main" val="47496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564" y="1825625"/>
            <a:ext cx="8656872" cy="4351338"/>
          </a:xfrm>
        </p:spPr>
      </p:pic>
    </p:spTree>
    <p:extLst>
      <p:ext uri="{BB962C8B-B14F-4D97-AF65-F5344CB8AC3E}">
        <p14:creationId xmlns:p14="http://schemas.microsoft.com/office/powerpoint/2010/main" val="32011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393" y="1825625"/>
            <a:ext cx="8141213" cy="4351338"/>
          </a:xfrm>
        </p:spPr>
      </p:pic>
    </p:spTree>
    <p:extLst>
      <p:ext uri="{BB962C8B-B14F-4D97-AF65-F5344CB8AC3E}">
        <p14:creationId xmlns:p14="http://schemas.microsoft.com/office/powerpoint/2010/main" val="362538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724" y="1825625"/>
            <a:ext cx="8638551" cy="4351338"/>
          </a:xfrm>
        </p:spPr>
      </p:pic>
    </p:spTree>
    <p:extLst>
      <p:ext uri="{BB962C8B-B14F-4D97-AF65-F5344CB8AC3E}">
        <p14:creationId xmlns:p14="http://schemas.microsoft.com/office/powerpoint/2010/main" val="380072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 Y independent variable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948" y="1825625"/>
            <a:ext cx="8024104" cy="4351338"/>
          </a:xfrm>
        </p:spPr>
      </p:pic>
    </p:spTree>
    <p:extLst>
      <p:ext uri="{BB962C8B-B14F-4D97-AF65-F5344CB8AC3E}">
        <p14:creationId xmlns:p14="http://schemas.microsoft.com/office/powerpoint/2010/main" val="396404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Missing Values in Data Preprocessing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52969"/>
            <a:ext cx="10515600" cy="3496650"/>
          </a:xfrm>
        </p:spPr>
      </p:pic>
    </p:spTree>
    <p:extLst>
      <p:ext uri="{BB962C8B-B14F-4D97-AF65-F5344CB8AC3E}">
        <p14:creationId xmlns:p14="http://schemas.microsoft.com/office/powerpoint/2010/main" val="268167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429669"/>
            <a:ext cx="8763000" cy="3143250"/>
          </a:xfrm>
        </p:spPr>
      </p:pic>
    </p:spTree>
    <p:extLst>
      <p:ext uri="{BB962C8B-B14F-4D97-AF65-F5344CB8AC3E}">
        <p14:creationId xmlns:p14="http://schemas.microsoft.com/office/powerpoint/2010/main" val="340617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562" y="1834356"/>
            <a:ext cx="9286875" cy="4333875"/>
          </a:xfrm>
        </p:spPr>
      </p:pic>
    </p:spTree>
    <p:extLst>
      <p:ext uri="{BB962C8B-B14F-4D97-AF65-F5344CB8AC3E}">
        <p14:creationId xmlns:p14="http://schemas.microsoft.com/office/powerpoint/2010/main" val="41171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562" y="1848644"/>
            <a:ext cx="9286875" cy="4305300"/>
          </a:xfrm>
        </p:spPr>
      </p:pic>
    </p:spTree>
    <p:extLst>
      <p:ext uri="{BB962C8B-B14F-4D97-AF65-F5344CB8AC3E}">
        <p14:creationId xmlns:p14="http://schemas.microsoft.com/office/powerpoint/2010/main" val="207406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062" y="2272506"/>
            <a:ext cx="4333875" cy="3457575"/>
          </a:xfrm>
        </p:spPr>
      </p:pic>
    </p:spTree>
    <p:extLst>
      <p:ext uri="{BB962C8B-B14F-4D97-AF65-F5344CB8AC3E}">
        <p14:creationId xmlns:p14="http://schemas.microsoft.com/office/powerpoint/2010/main" val="117125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Encoding Categorical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2" y="2082006"/>
            <a:ext cx="10163175" cy="3838575"/>
          </a:xfrm>
        </p:spPr>
      </p:pic>
    </p:spTree>
    <p:extLst>
      <p:ext uri="{BB962C8B-B14F-4D97-AF65-F5344CB8AC3E}">
        <p14:creationId xmlns:p14="http://schemas.microsoft.com/office/powerpoint/2010/main" val="209285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910687"/>
            <a:ext cx="8991600" cy="4162567"/>
          </a:xfrm>
        </p:spPr>
      </p:pic>
    </p:spTree>
    <p:extLst>
      <p:ext uri="{BB962C8B-B14F-4D97-AF65-F5344CB8AC3E}">
        <p14:creationId xmlns:p14="http://schemas.microsoft.com/office/powerpoint/2010/main" val="217576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56" y="1825625"/>
            <a:ext cx="11709778" cy="4351338"/>
          </a:xfrm>
        </p:spPr>
      </p:pic>
    </p:spTree>
    <p:extLst>
      <p:ext uri="{BB962C8B-B14F-4D97-AF65-F5344CB8AC3E}">
        <p14:creationId xmlns:p14="http://schemas.microsoft.com/office/powerpoint/2010/main" val="271900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21" y="1825625"/>
            <a:ext cx="9169557" cy="4351338"/>
          </a:xfrm>
        </p:spPr>
      </p:pic>
    </p:spTree>
    <p:extLst>
      <p:ext uri="{BB962C8B-B14F-4D97-AF65-F5344CB8AC3E}">
        <p14:creationId xmlns:p14="http://schemas.microsoft.com/office/powerpoint/2010/main" val="40968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3881"/>
            <a:ext cx="10753725" cy="4314825"/>
          </a:xfrm>
        </p:spPr>
      </p:pic>
    </p:spTree>
    <p:extLst>
      <p:ext uri="{BB962C8B-B14F-4D97-AF65-F5344CB8AC3E}">
        <p14:creationId xmlns:p14="http://schemas.microsoft.com/office/powerpoint/2010/main" val="405255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Label </a:t>
            </a:r>
            <a:r>
              <a:rPr lang="en-US" dirty="0" err="1" smtClean="0"/>
              <a:t>OneHot</a:t>
            </a:r>
            <a:r>
              <a:rPr lang="en-US" dirty="0" smtClean="0"/>
              <a:t> encoding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2034381"/>
            <a:ext cx="9877425" cy="3933825"/>
          </a:xfrm>
        </p:spPr>
      </p:pic>
    </p:spTree>
    <p:extLst>
      <p:ext uri="{BB962C8B-B14F-4D97-AF65-F5344CB8AC3E}">
        <p14:creationId xmlns:p14="http://schemas.microsoft.com/office/powerpoint/2010/main" val="280588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847" y="2483893"/>
            <a:ext cx="8991600" cy="2710869"/>
          </a:xfrm>
        </p:spPr>
      </p:pic>
    </p:spTree>
    <p:extLst>
      <p:ext uri="{BB962C8B-B14F-4D97-AF65-F5344CB8AC3E}">
        <p14:creationId xmlns:p14="http://schemas.microsoft.com/office/powerpoint/2010/main" val="53197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540" y="1825625"/>
            <a:ext cx="9540920" cy="4351338"/>
          </a:xfrm>
        </p:spPr>
      </p:pic>
    </p:spTree>
    <p:extLst>
      <p:ext uri="{BB962C8B-B14F-4D97-AF65-F5344CB8AC3E}">
        <p14:creationId xmlns:p14="http://schemas.microsoft.com/office/powerpoint/2010/main" val="395913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5625"/>
            <a:ext cx="10910850" cy="4351338"/>
          </a:xfrm>
        </p:spPr>
      </p:pic>
    </p:spTree>
    <p:extLst>
      <p:ext uri="{BB962C8B-B14F-4D97-AF65-F5344CB8AC3E}">
        <p14:creationId xmlns:p14="http://schemas.microsoft.com/office/powerpoint/2010/main" val="217783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150" y="1825625"/>
            <a:ext cx="9629700" cy="4351338"/>
          </a:xfrm>
        </p:spPr>
      </p:pic>
    </p:spTree>
    <p:extLst>
      <p:ext uri="{BB962C8B-B14F-4D97-AF65-F5344CB8AC3E}">
        <p14:creationId xmlns:p14="http://schemas.microsoft.com/office/powerpoint/2010/main" val="221819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825" y="1905794"/>
            <a:ext cx="8896350" cy="4191000"/>
          </a:xfrm>
        </p:spPr>
      </p:pic>
    </p:spTree>
    <p:extLst>
      <p:ext uri="{BB962C8B-B14F-4D97-AF65-F5344CB8AC3E}">
        <p14:creationId xmlns:p14="http://schemas.microsoft.com/office/powerpoint/2010/main" val="285579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676" y="1825625"/>
            <a:ext cx="8994648" cy="4351338"/>
          </a:xfrm>
        </p:spPr>
      </p:pic>
    </p:spTree>
    <p:extLst>
      <p:ext uri="{BB962C8B-B14F-4D97-AF65-F5344CB8AC3E}">
        <p14:creationId xmlns:p14="http://schemas.microsoft.com/office/powerpoint/2010/main" val="381462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64" y="2172494"/>
            <a:ext cx="11586949" cy="3657600"/>
          </a:xfrm>
        </p:spPr>
      </p:pic>
    </p:spTree>
    <p:extLst>
      <p:ext uri="{BB962C8B-B14F-4D97-AF65-F5344CB8AC3E}">
        <p14:creationId xmlns:p14="http://schemas.microsoft.com/office/powerpoint/2010/main" val="64442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21" y="1825625"/>
            <a:ext cx="10177958" cy="4351338"/>
          </a:xfrm>
        </p:spPr>
      </p:pic>
    </p:spTree>
    <p:extLst>
      <p:ext uri="{BB962C8B-B14F-4D97-AF65-F5344CB8AC3E}">
        <p14:creationId xmlns:p14="http://schemas.microsoft.com/office/powerpoint/2010/main" val="404237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Scaling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65150"/>
            <a:ext cx="10515600" cy="3472287"/>
          </a:xfrm>
        </p:spPr>
      </p:pic>
    </p:spTree>
    <p:extLst>
      <p:ext uri="{BB962C8B-B14F-4D97-AF65-F5344CB8AC3E}">
        <p14:creationId xmlns:p14="http://schemas.microsoft.com/office/powerpoint/2010/main" val="411873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98205"/>
            <a:ext cx="10515600" cy="3206178"/>
          </a:xfrm>
        </p:spPr>
      </p:pic>
    </p:spTree>
    <p:extLst>
      <p:ext uri="{BB962C8B-B14F-4D97-AF65-F5344CB8AC3E}">
        <p14:creationId xmlns:p14="http://schemas.microsoft.com/office/powerpoint/2010/main" val="320070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2" y="1787857"/>
            <a:ext cx="12082818" cy="3223087"/>
          </a:xfrm>
        </p:spPr>
      </p:pic>
    </p:spTree>
    <p:extLst>
      <p:ext uri="{BB962C8B-B14F-4D97-AF65-F5344CB8AC3E}">
        <p14:creationId xmlns:p14="http://schemas.microsoft.com/office/powerpoint/2010/main" val="275667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5" y="1825625"/>
            <a:ext cx="10582766" cy="4351338"/>
          </a:xfrm>
        </p:spPr>
      </p:pic>
    </p:spTree>
    <p:extLst>
      <p:ext uri="{BB962C8B-B14F-4D97-AF65-F5344CB8AC3E}">
        <p14:creationId xmlns:p14="http://schemas.microsoft.com/office/powerpoint/2010/main" val="320546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1977"/>
            <a:ext cx="10541932" cy="4351338"/>
          </a:xfrm>
        </p:spPr>
      </p:pic>
    </p:spTree>
    <p:extLst>
      <p:ext uri="{BB962C8B-B14F-4D97-AF65-F5344CB8AC3E}">
        <p14:creationId xmlns:p14="http://schemas.microsoft.com/office/powerpoint/2010/main" val="380472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" y="1962944"/>
            <a:ext cx="9934575" cy="4076700"/>
          </a:xfrm>
        </p:spPr>
      </p:pic>
    </p:spTree>
    <p:extLst>
      <p:ext uri="{BB962C8B-B14F-4D97-AF65-F5344CB8AC3E}">
        <p14:creationId xmlns:p14="http://schemas.microsoft.com/office/powerpoint/2010/main" val="61365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45</Words>
  <Application>Microsoft Office PowerPoint</Application>
  <PresentationFormat>Widescreen</PresentationFormat>
  <Paragraphs>17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Deep Learning </vt:lpstr>
      <vt:lpstr>Data Preprocessing</vt:lpstr>
      <vt:lpstr>PowerPoint Presentation</vt:lpstr>
      <vt:lpstr>Import libraries</vt:lpstr>
      <vt:lpstr>Dependent &amp; Independent Variables </vt:lpstr>
      <vt:lpstr>Data Loading </vt:lpstr>
      <vt:lpstr>Cont…</vt:lpstr>
      <vt:lpstr>Cont..</vt:lpstr>
      <vt:lpstr>Cont…</vt:lpstr>
      <vt:lpstr>Cont…</vt:lpstr>
      <vt:lpstr>Cont.. Y independent variable</vt:lpstr>
      <vt:lpstr>Missing Values in Data Preprocessing</vt:lpstr>
      <vt:lpstr>Cont..</vt:lpstr>
      <vt:lpstr>PowerPoint Presentation</vt:lpstr>
      <vt:lpstr>PowerPoint Presentation</vt:lpstr>
      <vt:lpstr>PowerPoint Presentation</vt:lpstr>
      <vt:lpstr> Encoding Categorical Data</vt:lpstr>
      <vt:lpstr>PowerPoint Presentation</vt:lpstr>
      <vt:lpstr>PowerPoint Presentation</vt:lpstr>
      <vt:lpstr>PowerPoint Presentation</vt:lpstr>
      <vt:lpstr>PowerPoint Presentation</vt:lpstr>
      <vt:lpstr>Label OneHot encoding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 Scaling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</dc:title>
  <dc:creator>Microsoft account</dc:creator>
  <cp:lastModifiedBy>Microsoft account</cp:lastModifiedBy>
  <cp:revision>11</cp:revision>
  <dcterms:created xsi:type="dcterms:W3CDTF">2025-10-23T07:47:18Z</dcterms:created>
  <dcterms:modified xsi:type="dcterms:W3CDTF">2025-10-23T11:04:40Z</dcterms:modified>
</cp:coreProperties>
</file>